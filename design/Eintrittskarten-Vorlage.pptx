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632001" cy="360000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rte-vorderseite-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32001" cy="360000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4150" y="279400"/>
            <a:ext cx="1079500" cy="1079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000000"/>
                </a:solidFill>
              </a:rPr>
              <a:t>{{QR}}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" y="1422400"/>
            <a:ext cx="13462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{{NAME}}</a:t>
            </a:r>
          </a:p>
          <a:p>
            <a:pPr algn="ctr"/>
            <a:r>
              <a:rPr sz="800" b="1">
                <a:solidFill>
                  <a:srgbClr val="FFFFFF"/>
                </a:solidFill>
              </a:rPr>
              <a:t>{{TICKET}}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00" y="2197100"/>
            <a:ext cx="1409700" cy="1295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{{ART_GROSS}}</a:t>
            </a:r>
          </a:p>
          <a:p>
            <a:pPr algn="ctr"/>
            <a:r>
              <a:rPr sz="800" b="1">
                <a:solidFill>
                  <a:srgbClr val="FFFFFF"/>
                </a:solidFill>
              </a:rPr>
              <a:t>des Bachelor-</a:t>
            </a:r>
          </a:p>
          <a:p>
            <a:pPr algn="ctr"/>
            <a:r>
              <a:rPr sz="800" b="1">
                <a:solidFill>
                  <a:srgbClr val="FFFFFF"/>
                </a:solidFill>
              </a:rPr>
              <a:t>Studienjahrgangs</a:t>
            </a:r>
          </a:p>
          <a:p>
            <a:pPr algn="ctr"/>
            <a:r>
              <a:rPr sz="800" b="1">
                <a:solidFill>
                  <a:srgbClr val="FFFFFF"/>
                </a:solidFill>
              </a:rPr>
              <a:t>{{JAHRGANG}}</a:t>
            </a:r>
          </a:p>
          <a:p>
            <a:pPr algn="ctr"/>
            <a:r>
              <a:rPr sz="800" b="1">
                <a:solidFill>
                  <a:srgbClr val="FFFFFF"/>
                </a:solidFill>
              </a:rPr>
              <a:t>{{DATUM}} um {{UHRZEIT}} Uhr</a:t>
            </a:r>
          </a:p>
          <a:p>
            <a:pPr algn="ctr"/>
          </a:p>
          <a:p>
            <a:pPr algn="ctr"/>
            <a:r>
              <a:rPr sz="800" b="1">
                <a:solidFill>
                  <a:srgbClr val="FFFFFF"/>
                </a:solidFill>
              </a:rPr>
              <a:t>Einlass ab {{EINLASS}} Uhr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8100" y="2374900"/>
            <a:ext cx="3708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84343"/>
                </a:solidFill>
              </a:rPr>
              <a:t>{{DATUM_LANG}} | {{UHRZEIT}} Uhr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8100" y="2730500"/>
            <a:ext cx="37338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zur {{ART}} des</a:t>
            </a:r>
          </a:p>
          <a:p>
            <a:pPr algn="l"/>
            <a:r>
              <a:rPr sz="1200" b="1">
                <a:solidFill>
                  <a:srgbClr val="FFFFFF"/>
                </a:solidFill>
              </a:rPr>
              <a:t>Bachelor-Studienjahrgangs {{JAHRGANG}}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8100" y="3314700"/>
            <a:ext cx="37338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</a:rPr>
              <a:t>{{VERANSTALTUNGSORT}}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32001" cy="36000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