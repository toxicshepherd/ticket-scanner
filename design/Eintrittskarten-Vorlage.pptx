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632001" cy="360000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632001" cy="360000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84150" y="279400"/>
            <a:ext cx="1079500" cy="1079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000000"/>
                </a:solidFill>
              </a:rPr>
              <a:t>{{QR}}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" y="1422400"/>
            <a:ext cx="1346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{{NAME}}</a:t>
            </a:r>
          </a:p>
          <a:p>
            <a:pPr algn="ctr"/>
            <a:r>
              <a:rPr sz="800" b="0">
                <a:solidFill>
                  <a:srgbClr val="FFFFFF"/>
                </a:solidFill>
              </a:rPr>
              <a:t>{{TICKET}}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632001" cy="360000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